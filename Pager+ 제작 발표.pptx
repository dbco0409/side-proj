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72" r:id="rId5"/>
    <p:sldId id="265" r:id="rId6"/>
    <p:sldId id="259" r:id="rId7"/>
    <p:sldId id="261" r:id="rId8"/>
    <p:sldId id="268" r:id="rId9"/>
    <p:sldId id="269" r:id="rId10"/>
    <p:sldId id="270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FDF6B3-99C3-436B-B46D-4ECA42F7E5CB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B7B8B19B-0A8F-47FC-A081-3D6412836880}">
      <dgm:prSet phldrT="[텍스트]"/>
      <dgm:spPr>
        <a:solidFill>
          <a:srgbClr val="002060"/>
        </a:solidFill>
      </dgm:spPr>
      <dgm:t>
        <a:bodyPr/>
        <a:lstStyle/>
        <a:p>
          <a:pPr latinLnBrk="1"/>
          <a:r>
            <a:rPr lang="ko-KR" altLang="en-US" b="1" dirty="0"/>
            <a:t>입찰정보</a:t>
          </a:r>
        </a:p>
      </dgm:t>
    </dgm:pt>
    <dgm:pt modelId="{15C19F3D-8D0A-4C0E-9C42-C1C0EA0ED372}" type="parTrans" cxnId="{E817930E-D5FE-422E-915F-C315092E6FB9}">
      <dgm:prSet/>
      <dgm:spPr/>
      <dgm:t>
        <a:bodyPr/>
        <a:lstStyle/>
        <a:p>
          <a:pPr latinLnBrk="1"/>
          <a:endParaRPr lang="ko-KR" altLang="en-US" b="1"/>
        </a:p>
      </dgm:t>
    </dgm:pt>
    <dgm:pt modelId="{C2EEE164-148D-4A96-BE55-5105E045EE7D}" type="sibTrans" cxnId="{E817930E-D5FE-422E-915F-C315092E6FB9}">
      <dgm:prSet/>
      <dgm:spPr/>
      <dgm:t>
        <a:bodyPr/>
        <a:lstStyle/>
        <a:p>
          <a:pPr latinLnBrk="1"/>
          <a:endParaRPr lang="ko-KR" altLang="en-US" b="1"/>
        </a:p>
      </dgm:t>
    </dgm:pt>
    <dgm:pt modelId="{028434DA-1008-4A05-861B-0FA862C8CD9B}">
      <dgm:prSet phldrT="[텍스트]"/>
      <dgm:spPr>
        <a:solidFill>
          <a:srgbClr val="002060"/>
        </a:solidFill>
      </dgm:spPr>
      <dgm:t>
        <a:bodyPr/>
        <a:lstStyle/>
        <a:p>
          <a:pPr latinLnBrk="1"/>
          <a:r>
            <a:rPr lang="ko-KR" altLang="en-US" b="1" dirty="0"/>
            <a:t>발주계획</a:t>
          </a:r>
        </a:p>
      </dgm:t>
    </dgm:pt>
    <dgm:pt modelId="{0676DC99-53C9-4B8A-BC22-104DF27B859E}" type="parTrans" cxnId="{595E9C2E-7B46-4C99-B47E-EE89A780F87B}">
      <dgm:prSet/>
      <dgm:spPr/>
      <dgm:t>
        <a:bodyPr/>
        <a:lstStyle/>
        <a:p>
          <a:pPr latinLnBrk="1"/>
          <a:endParaRPr lang="ko-KR" altLang="en-US" b="1"/>
        </a:p>
      </dgm:t>
    </dgm:pt>
    <dgm:pt modelId="{2C140ABF-BD8E-4B6A-80B2-EDBF82C4C805}" type="sibTrans" cxnId="{595E9C2E-7B46-4C99-B47E-EE89A780F87B}">
      <dgm:prSet/>
      <dgm:spPr/>
      <dgm:t>
        <a:bodyPr/>
        <a:lstStyle/>
        <a:p>
          <a:pPr latinLnBrk="1"/>
          <a:endParaRPr lang="ko-KR" altLang="en-US" b="1"/>
        </a:p>
      </dgm:t>
    </dgm:pt>
    <dgm:pt modelId="{5748F01E-0CAF-4F97-8891-6D981D8228F6}">
      <dgm:prSet phldrT="[텍스트]"/>
      <dgm:spPr>
        <a:solidFill>
          <a:srgbClr val="C00000"/>
        </a:solidFill>
      </dgm:spPr>
      <dgm:t>
        <a:bodyPr/>
        <a:lstStyle/>
        <a:p>
          <a:pPr latinLnBrk="1"/>
          <a:r>
            <a:rPr lang="ko-KR" altLang="en-US" b="1" dirty="0"/>
            <a:t>구인정보</a:t>
          </a:r>
        </a:p>
      </dgm:t>
    </dgm:pt>
    <dgm:pt modelId="{030F5049-C83A-4868-A20A-F2BAF8A76628}" type="parTrans" cxnId="{6D9A9661-AF2E-4D63-BC5A-26E61F0F121D}">
      <dgm:prSet/>
      <dgm:spPr/>
      <dgm:t>
        <a:bodyPr/>
        <a:lstStyle/>
        <a:p>
          <a:pPr latinLnBrk="1"/>
          <a:endParaRPr lang="ko-KR" altLang="en-US" b="1"/>
        </a:p>
      </dgm:t>
    </dgm:pt>
    <dgm:pt modelId="{F7355CF2-727F-4D5D-817A-F9A5BA112F05}" type="sibTrans" cxnId="{6D9A9661-AF2E-4D63-BC5A-26E61F0F121D}">
      <dgm:prSet/>
      <dgm:spPr/>
      <dgm:t>
        <a:bodyPr/>
        <a:lstStyle/>
        <a:p>
          <a:pPr latinLnBrk="1"/>
          <a:endParaRPr lang="ko-KR" altLang="en-US" b="1"/>
        </a:p>
      </dgm:t>
    </dgm:pt>
    <dgm:pt modelId="{C9F87B74-C672-4E9F-8A37-8A482CCA65AD}">
      <dgm:prSet phldrT="[텍스트]"/>
      <dgm:spPr/>
      <dgm:t>
        <a:bodyPr/>
        <a:lstStyle/>
        <a:p>
          <a:pPr latinLnBrk="1"/>
          <a:r>
            <a:rPr lang="en-US" altLang="ko-KR" b="1" dirty="0"/>
            <a:t>Shop</a:t>
          </a:r>
          <a:endParaRPr lang="ko-KR" altLang="en-US" b="1" dirty="0"/>
        </a:p>
      </dgm:t>
    </dgm:pt>
    <dgm:pt modelId="{7F1A1603-2D74-4E79-B6DA-335B406C5119}" type="parTrans" cxnId="{C98AA9C1-6310-48A3-A3FF-88BD47B3F980}">
      <dgm:prSet/>
      <dgm:spPr/>
      <dgm:t>
        <a:bodyPr/>
        <a:lstStyle/>
        <a:p>
          <a:pPr latinLnBrk="1"/>
          <a:endParaRPr lang="ko-KR" altLang="en-US" b="1"/>
        </a:p>
      </dgm:t>
    </dgm:pt>
    <dgm:pt modelId="{B72F1EC0-E0CC-44E8-8C2C-B3ADFA68F666}" type="sibTrans" cxnId="{C98AA9C1-6310-48A3-A3FF-88BD47B3F980}">
      <dgm:prSet/>
      <dgm:spPr/>
      <dgm:t>
        <a:bodyPr/>
        <a:lstStyle/>
        <a:p>
          <a:pPr latinLnBrk="1"/>
          <a:endParaRPr lang="ko-KR" altLang="en-US" b="1"/>
        </a:p>
      </dgm:t>
    </dgm:pt>
    <dgm:pt modelId="{BEB42FB8-8E4E-4864-A550-D36FAEC44A62}">
      <dgm:prSet phldrT="[텍스트]"/>
      <dgm:spPr/>
      <dgm:t>
        <a:bodyPr/>
        <a:lstStyle/>
        <a:p>
          <a:pPr latinLnBrk="1"/>
          <a:r>
            <a:rPr lang="en-US" altLang="ko-KR" b="1" dirty="0"/>
            <a:t>News</a:t>
          </a:r>
          <a:endParaRPr lang="ko-KR" altLang="en-US" b="1" dirty="0"/>
        </a:p>
      </dgm:t>
    </dgm:pt>
    <dgm:pt modelId="{D7D550C8-54E4-45A7-AE24-E44DE72420D3}" type="parTrans" cxnId="{53BA4A4C-05E5-4CEA-92D8-1B6228D6ECFC}">
      <dgm:prSet/>
      <dgm:spPr/>
      <dgm:t>
        <a:bodyPr/>
        <a:lstStyle/>
        <a:p>
          <a:pPr latinLnBrk="1"/>
          <a:endParaRPr lang="ko-KR" altLang="en-US" b="1"/>
        </a:p>
      </dgm:t>
    </dgm:pt>
    <dgm:pt modelId="{CB65D437-7376-48BD-B2BC-1898A47CF395}" type="sibTrans" cxnId="{53BA4A4C-05E5-4CEA-92D8-1B6228D6ECFC}">
      <dgm:prSet/>
      <dgm:spPr/>
      <dgm:t>
        <a:bodyPr/>
        <a:lstStyle/>
        <a:p>
          <a:pPr latinLnBrk="1"/>
          <a:endParaRPr lang="ko-KR" altLang="en-US" b="1"/>
        </a:p>
      </dgm:t>
    </dgm:pt>
    <dgm:pt modelId="{17347EF6-1242-4225-81C4-ACF7D83A48BB}">
      <dgm:prSet/>
      <dgm:spPr/>
      <dgm:t>
        <a:bodyPr/>
        <a:lstStyle/>
        <a:p>
          <a:pPr latinLnBrk="1"/>
          <a:r>
            <a:rPr lang="en-US" altLang="ko-KR" b="1" dirty="0"/>
            <a:t>Users</a:t>
          </a:r>
          <a:endParaRPr lang="ko-KR" altLang="en-US" b="1" dirty="0"/>
        </a:p>
      </dgm:t>
    </dgm:pt>
    <dgm:pt modelId="{832FE83B-6480-462A-A9AD-A56C8E8B1260}" type="parTrans" cxnId="{5B669088-D10C-4A4B-AE72-B43E7675D9AC}">
      <dgm:prSet/>
      <dgm:spPr/>
      <dgm:t>
        <a:bodyPr/>
        <a:lstStyle/>
        <a:p>
          <a:pPr latinLnBrk="1"/>
          <a:endParaRPr lang="ko-KR" altLang="en-US" b="1"/>
        </a:p>
      </dgm:t>
    </dgm:pt>
    <dgm:pt modelId="{8CED5DA8-B9EF-4112-A2C4-F02B8032ABAA}" type="sibTrans" cxnId="{5B669088-D10C-4A4B-AE72-B43E7675D9AC}">
      <dgm:prSet/>
      <dgm:spPr/>
      <dgm:t>
        <a:bodyPr/>
        <a:lstStyle/>
        <a:p>
          <a:pPr latinLnBrk="1"/>
          <a:endParaRPr lang="ko-KR" altLang="en-US" b="1"/>
        </a:p>
      </dgm:t>
    </dgm:pt>
    <dgm:pt modelId="{A1EC2521-C183-47D7-94B0-EE11EA73D52F}">
      <dgm:prSet/>
      <dgm:spPr/>
      <dgm:t>
        <a:bodyPr/>
        <a:lstStyle/>
        <a:p>
          <a:pPr latinLnBrk="1"/>
          <a:r>
            <a:rPr lang="en-US" altLang="ko-KR" b="1" dirty="0" err="1"/>
            <a:t>QnA</a:t>
          </a:r>
          <a:endParaRPr lang="ko-KR" altLang="en-US" b="1" dirty="0"/>
        </a:p>
      </dgm:t>
    </dgm:pt>
    <dgm:pt modelId="{B9C0A34B-AE40-4A3A-9872-401912044951}" type="parTrans" cxnId="{E04223E7-C328-4800-AD8F-43F17245040A}">
      <dgm:prSet/>
      <dgm:spPr/>
      <dgm:t>
        <a:bodyPr/>
        <a:lstStyle/>
        <a:p>
          <a:pPr latinLnBrk="1"/>
          <a:endParaRPr lang="ko-KR" altLang="en-US" b="1"/>
        </a:p>
      </dgm:t>
    </dgm:pt>
    <dgm:pt modelId="{783997A9-E536-4BC5-AA21-1E328BCD3251}" type="sibTrans" cxnId="{E04223E7-C328-4800-AD8F-43F17245040A}">
      <dgm:prSet/>
      <dgm:spPr/>
      <dgm:t>
        <a:bodyPr/>
        <a:lstStyle/>
        <a:p>
          <a:pPr latinLnBrk="1"/>
          <a:endParaRPr lang="ko-KR" altLang="en-US" b="1"/>
        </a:p>
      </dgm:t>
    </dgm:pt>
    <dgm:pt modelId="{5632AEE8-3AE7-4605-8B20-4759BE37C477}" type="pres">
      <dgm:prSet presAssocID="{D0FDF6B3-99C3-436B-B46D-4ECA42F7E5CB}" presName="cycle" presStyleCnt="0">
        <dgm:presLayoutVars>
          <dgm:dir/>
          <dgm:resizeHandles val="exact"/>
        </dgm:presLayoutVars>
      </dgm:prSet>
      <dgm:spPr/>
    </dgm:pt>
    <dgm:pt modelId="{9EF96CBD-9CCF-4AD8-A9AF-22DE789FC4BE}" type="pres">
      <dgm:prSet presAssocID="{B7B8B19B-0A8F-47FC-A081-3D6412836880}" presName="node" presStyleLbl="node1" presStyleIdx="0" presStyleCnt="7">
        <dgm:presLayoutVars>
          <dgm:bulletEnabled val="1"/>
        </dgm:presLayoutVars>
      </dgm:prSet>
      <dgm:spPr/>
    </dgm:pt>
    <dgm:pt modelId="{FA80013A-2AE4-407C-AECA-B1B266B7AABF}" type="pres">
      <dgm:prSet presAssocID="{B7B8B19B-0A8F-47FC-A081-3D6412836880}" presName="spNode" presStyleCnt="0"/>
      <dgm:spPr/>
    </dgm:pt>
    <dgm:pt modelId="{4CD44B19-BFF7-4726-8425-00731303EB33}" type="pres">
      <dgm:prSet presAssocID="{C2EEE164-148D-4A96-BE55-5105E045EE7D}" presName="sibTrans" presStyleLbl="sibTrans1D1" presStyleIdx="0" presStyleCnt="7"/>
      <dgm:spPr/>
    </dgm:pt>
    <dgm:pt modelId="{FA8698A1-367D-41C4-8EF0-63B0B6B89F3D}" type="pres">
      <dgm:prSet presAssocID="{028434DA-1008-4A05-861B-0FA862C8CD9B}" presName="node" presStyleLbl="node1" presStyleIdx="1" presStyleCnt="7">
        <dgm:presLayoutVars>
          <dgm:bulletEnabled val="1"/>
        </dgm:presLayoutVars>
      </dgm:prSet>
      <dgm:spPr/>
    </dgm:pt>
    <dgm:pt modelId="{05F65682-C3AD-4D1A-A5E8-8B981CD92210}" type="pres">
      <dgm:prSet presAssocID="{028434DA-1008-4A05-861B-0FA862C8CD9B}" presName="spNode" presStyleCnt="0"/>
      <dgm:spPr/>
    </dgm:pt>
    <dgm:pt modelId="{47C3C7FE-F428-4E49-A980-4203158B2A0A}" type="pres">
      <dgm:prSet presAssocID="{2C140ABF-BD8E-4B6A-80B2-EDBF82C4C805}" presName="sibTrans" presStyleLbl="sibTrans1D1" presStyleIdx="1" presStyleCnt="7"/>
      <dgm:spPr/>
    </dgm:pt>
    <dgm:pt modelId="{95D06402-E8D7-41DC-B5DC-B9FD5F813121}" type="pres">
      <dgm:prSet presAssocID="{5748F01E-0CAF-4F97-8891-6D981D8228F6}" presName="node" presStyleLbl="node1" presStyleIdx="2" presStyleCnt="7" custRadScaleRad="100871" custRadScaleInc="-148">
        <dgm:presLayoutVars>
          <dgm:bulletEnabled val="1"/>
        </dgm:presLayoutVars>
      </dgm:prSet>
      <dgm:spPr/>
    </dgm:pt>
    <dgm:pt modelId="{CE7C8CD9-AAB7-44F7-9D40-B9E7C40BEAA1}" type="pres">
      <dgm:prSet presAssocID="{5748F01E-0CAF-4F97-8891-6D981D8228F6}" presName="spNode" presStyleCnt="0"/>
      <dgm:spPr/>
    </dgm:pt>
    <dgm:pt modelId="{A1BE1097-002D-4F57-A34B-F71904A26242}" type="pres">
      <dgm:prSet presAssocID="{F7355CF2-727F-4D5D-817A-F9A5BA112F05}" presName="sibTrans" presStyleLbl="sibTrans1D1" presStyleIdx="2" presStyleCnt="7"/>
      <dgm:spPr/>
    </dgm:pt>
    <dgm:pt modelId="{50B79896-38F8-4D86-91A3-1F1AEA0BC562}" type="pres">
      <dgm:prSet presAssocID="{C9F87B74-C672-4E9F-8A37-8A482CCA65AD}" presName="node" presStyleLbl="node1" presStyleIdx="3" presStyleCnt="7">
        <dgm:presLayoutVars>
          <dgm:bulletEnabled val="1"/>
        </dgm:presLayoutVars>
      </dgm:prSet>
      <dgm:spPr/>
    </dgm:pt>
    <dgm:pt modelId="{19502FF9-6CE1-4609-B265-90817FB1904A}" type="pres">
      <dgm:prSet presAssocID="{C9F87B74-C672-4E9F-8A37-8A482CCA65AD}" presName="spNode" presStyleCnt="0"/>
      <dgm:spPr/>
    </dgm:pt>
    <dgm:pt modelId="{13853D83-219B-43F5-84E3-82A4B6D2CD0F}" type="pres">
      <dgm:prSet presAssocID="{B72F1EC0-E0CC-44E8-8C2C-B3ADFA68F666}" presName="sibTrans" presStyleLbl="sibTrans1D1" presStyleIdx="3" presStyleCnt="7"/>
      <dgm:spPr/>
    </dgm:pt>
    <dgm:pt modelId="{10852D62-E680-4D29-B6CC-A2BDF321AE69}" type="pres">
      <dgm:prSet presAssocID="{BEB42FB8-8E4E-4864-A550-D36FAEC44A62}" presName="node" presStyleLbl="node1" presStyleIdx="4" presStyleCnt="7">
        <dgm:presLayoutVars>
          <dgm:bulletEnabled val="1"/>
        </dgm:presLayoutVars>
      </dgm:prSet>
      <dgm:spPr/>
    </dgm:pt>
    <dgm:pt modelId="{142CFC3C-622E-4CEC-8F1F-7B72A30E3368}" type="pres">
      <dgm:prSet presAssocID="{BEB42FB8-8E4E-4864-A550-D36FAEC44A62}" presName="spNode" presStyleCnt="0"/>
      <dgm:spPr/>
    </dgm:pt>
    <dgm:pt modelId="{CDF72FD1-229A-46D4-90FB-A4EE4AD9F046}" type="pres">
      <dgm:prSet presAssocID="{CB65D437-7376-48BD-B2BC-1898A47CF395}" presName="sibTrans" presStyleLbl="sibTrans1D1" presStyleIdx="4" presStyleCnt="7"/>
      <dgm:spPr/>
    </dgm:pt>
    <dgm:pt modelId="{EA08A632-12BF-4E26-AA5F-BC8105E194B2}" type="pres">
      <dgm:prSet presAssocID="{17347EF6-1242-4225-81C4-ACF7D83A48BB}" presName="node" presStyleLbl="node1" presStyleIdx="5" presStyleCnt="7">
        <dgm:presLayoutVars>
          <dgm:bulletEnabled val="1"/>
        </dgm:presLayoutVars>
      </dgm:prSet>
      <dgm:spPr/>
    </dgm:pt>
    <dgm:pt modelId="{2AA8D105-BB1E-4F24-BE19-7095FD668F52}" type="pres">
      <dgm:prSet presAssocID="{17347EF6-1242-4225-81C4-ACF7D83A48BB}" presName="spNode" presStyleCnt="0"/>
      <dgm:spPr/>
    </dgm:pt>
    <dgm:pt modelId="{40936EC1-A084-4933-A40F-22DA8C0B535B}" type="pres">
      <dgm:prSet presAssocID="{8CED5DA8-B9EF-4112-A2C4-F02B8032ABAA}" presName="sibTrans" presStyleLbl="sibTrans1D1" presStyleIdx="5" presStyleCnt="7"/>
      <dgm:spPr/>
    </dgm:pt>
    <dgm:pt modelId="{91598530-9F13-4466-8C01-B5C0264AAB40}" type="pres">
      <dgm:prSet presAssocID="{A1EC2521-C183-47D7-94B0-EE11EA73D52F}" presName="node" presStyleLbl="node1" presStyleIdx="6" presStyleCnt="7">
        <dgm:presLayoutVars>
          <dgm:bulletEnabled val="1"/>
        </dgm:presLayoutVars>
      </dgm:prSet>
      <dgm:spPr/>
    </dgm:pt>
    <dgm:pt modelId="{CA9978D2-B122-4BC8-A2E5-CC9D5D92FF4C}" type="pres">
      <dgm:prSet presAssocID="{A1EC2521-C183-47D7-94B0-EE11EA73D52F}" presName="spNode" presStyleCnt="0"/>
      <dgm:spPr/>
    </dgm:pt>
    <dgm:pt modelId="{422B52FE-FC80-4399-B10C-B24606C9D008}" type="pres">
      <dgm:prSet presAssocID="{783997A9-E536-4BC5-AA21-1E328BCD3251}" presName="sibTrans" presStyleLbl="sibTrans1D1" presStyleIdx="6" presStyleCnt="7"/>
      <dgm:spPr/>
    </dgm:pt>
  </dgm:ptLst>
  <dgm:cxnLst>
    <dgm:cxn modelId="{DC0F1D01-1CDD-4E2B-9E5D-573BF18E7BCA}" type="presOf" srcId="{C9F87B74-C672-4E9F-8A37-8A482CCA65AD}" destId="{50B79896-38F8-4D86-91A3-1F1AEA0BC562}" srcOrd="0" destOrd="0" presId="urn:microsoft.com/office/officeart/2005/8/layout/cycle6"/>
    <dgm:cxn modelId="{D5F24602-7BEA-4506-A3B9-CA377EC5F833}" type="presOf" srcId="{C2EEE164-148D-4A96-BE55-5105E045EE7D}" destId="{4CD44B19-BFF7-4726-8425-00731303EB33}" srcOrd="0" destOrd="0" presId="urn:microsoft.com/office/officeart/2005/8/layout/cycle6"/>
    <dgm:cxn modelId="{E817930E-D5FE-422E-915F-C315092E6FB9}" srcId="{D0FDF6B3-99C3-436B-B46D-4ECA42F7E5CB}" destId="{B7B8B19B-0A8F-47FC-A081-3D6412836880}" srcOrd="0" destOrd="0" parTransId="{15C19F3D-8D0A-4C0E-9C42-C1C0EA0ED372}" sibTransId="{C2EEE164-148D-4A96-BE55-5105E045EE7D}"/>
    <dgm:cxn modelId="{469EF51C-EC5E-4536-9F36-A2AA1D240526}" type="presOf" srcId="{2C140ABF-BD8E-4B6A-80B2-EDBF82C4C805}" destId="{47C3C7FE-F428-4E49-A980-4203158B2A0A}" srcOrd="0" destOrd="0" presId="urn:microsoft.com/office/officeart/2005/8/layout/cycle6"/>
    <dgm:cxn modelId="{595E9C2E-7B46-4C99-B47E-EE89A780F87B}" srcId="{D0FDF6B3-99C3-436B-B46D-4ECA42F7E5CB}" destId="{028434DA-1008-4A05-861B-0FA862C8CD9B}" srcOrd="1" destOrd="0" parTransId="{0676DC99-53C9-4B8A-BC22-104DF27B859E}" sibTransId="{2C140ABF-BD8E-4B6A-80B2-EDBF82C4C805}"/>
    <dgm:cxn modelId="{6DD86732-141B-4C4C-BDAA-BA8AD612CCE6}" type="presOf" srcId="{028434DA-1008-4A05-861B-0FA862C8CD9B}" destId="{FA8698A1-367D-41C4-8EF0-63B0B6B89F3D}" srcOrd="0" destOrd="0" presId="urn:microsoft.com/office/officeart/2005/8/layout/cycle6"/>
    <dgm:cxn modelId="{EC610734-490C-40EF-A8AB-EFCC31B00304}" type="presOf" srcId="{D0FDF6B3-99C3-436B-B46D-4ECA42F7E5CB}" destId="{5632AEE8-3AE7-4605-8B20-4759BE37C477}" srcOrd="0" destOrd="0" presId="urn:microsoft.com/office/officeart/2005/8/layout/cycle6"/>
    <dgm:cxn modelId="{6D9A9661-AF2E-4D63-BC5A-26E61F0F121D}" srcId="{D0FDF6B3-99C3-436B-B46D-4ECA42F7E5CB}" destId="{5748F01E-0CAF-4F97-8891-6D981D8228F6}" srcOrd="2" destOrd="0" parTransId="{030F5049-C83A-4868-A20A-F2BAF8A76628}" sibTransId="{F7355CF2-727F-4D5D-817A-F9A5BA112F05}"/>
    <dgm:cxn modelId="{06A3A943-938C-453D-8EE2-E46908FD3853}" type="presOf" srcId="{8CED5DA8-B9EF-4112-A2C4-F02B8032ABAA}" destId="{40936EC1-A084-4933-A40F-22DA8C0B535B}" srcOrd="0" destOrd="0" presId="urn:microsoft.com/office/officeart/2005/8/layout/cycle6"/>
    <dgm:cxn modelId="{53BA4A4C-05E5-4CEA-92D8-1B6228D6ECFC}" srcId="{D0FDF6B3-99C3-436B-B46D-4ECA42F7E5CB}" destId="{BEB42FB8-8E4E-4864-A550-D36FAEC44A62}" srcOrd="4" destOrd="0" parTransId="{D7D550C8-54E4-45A7-AE24-E44DE72420D3}" sibTransId="{CB65D437-7376-48BD-B2BC-1898A47CF395}"/>
    <dgm:cxn modelId="{50E6DD50-1B6C-4DAD-B210-62B69E8DE3CA}" type="presOf" srcId="{F7355CF2-727F-4D5D-817A-F9A5BA112F05}" destId="{A1BE1097-002D-4F57-A34B-F71904A26242}" srcOrd="0" destOrd="0" presId="urn:microsoft.com/office/officeart/2005/8/layout/cycle6"/>
    <dgm:cxn modelId="{8C664278-7AD4-4FFB-A4CE-FBD4F0231BC1}" type="presOf" srcId="{5748F01E-0CAF-4F97-8891-6D981D8228F6}" destId="{95D06402-E8D7-41DC-B5DC-B9FD5F813121}" srcOrd="0" destOrd="0" presId="urn:microsoft.com/office/officeart/2005/8/layout/cycle6"/>
    <dgm:cxn modelId="{9E8AC67B-3C5E-44D7-90A6-565F64C16F66}" type="presOf" srcId="{17347EF6-1242-4225-81C4-ACF7D83A48BB}" destId="{EA08A632-12BF-4E26-AA5F-BC8105E194B2}" srcOrd="0" destOrd="0" presId="urn:microsoft.com/office/officeart/2005/8/layout/cycle6"/>
    <dgm:cxn modelId="{5B669088-D10C-4A4B-AE72-B43E7675D9AC}" srcId="{D0FDF6B3-99C3-436B-B46D-4ECA42F7E5CB}" destId="{17347EF6-1242-4225-81C4-ACF7D83A48BB}" srcOrd="5" destOrd="0" parTransId="{832FE83B-6480-462A-A9AD-A56C8E8B1260}" sibTransId="{8CED5DA8-B9EF-4112-A2C4-F02B8032ABAA}"/>
    <dgm:cxn modelId="{A8D02697-2FD6-4401-BA2F-E93985DA0A2F}" type="presOf" srcId="{783997A9-E536-4BC5-AA21-1E328BCD3251}" destId="{422B52FE-FC80-4399-B10C-B24606C9D008}" srcOrd="0" destOrd="0" presId="urn:microsoft.com/office/officeart/2005/8/layout/cycle6"/>
    <dgm:cxn modelId="{838C82B0-6925-460B-A965-1440E14910EC}" type="presOf" srcId="{B72F1EC0-E0CC-44E8-8C2C-B3ADFA68F666}" destId="{13853D83-219B-43F5-84E3-82A4B6D2CD0F}" srcOrd="0" destOrd="0" presId="urn:microsoft.com/office/officeart/2005/8/layout/cycle6"/>
    <dgm:cxn modelId="{54F738B7-9F9D-497B-9A6F-C1398A3B8244}" type="presOf" srcId="{CB65D437-7376-48BD-B2BC-1898A47CF395}" destId="{CDF72FD1-229A-46D4-90FB-A4EE4AD9F046}" srcOrd="0" destOrd="0" presId="urn:microsoft.com/office/officeart/2005/8/layout/cycle6"/>
    <dgm:cxn modelId="{636202C1-C66E-47F2-9D5D-996E340E7421}" type="presOf" srcId="{B7B8B19B-0A8F-47FC-A081-3D6412836880}" destId="{9EF96CBD-9CCF-4AD8-A9AF-22DE789FC4BE}" srcOrd="0" destOrd="0" presId="urn:microsoft.com/office/officeart/2005/8/layout/cycle6"/>
    <dgm:cxn modelId="{C98AA9C1-6310-48A3-A3FF-88BD47B3F980}" srcId="{D0FDF6B3-99C3-436B-B46D-4ECA42F7E5CB}" destId="{C9F87B74-C672-4E9F-8A37-8A482CCA65AD}" srcOrd="3" destOrd="0" parTransId="{7F1A1603-2D74-4E79-B6DA-335B406C5119}" sibTransId="{B72F1EC0-E0CC-44E8-8C2C-B3ADFA68F666}"/>
    <dgm:cxn modelId="{47F5BFDE-FBD2-4554-BDED-D801CE5905F8}" type="presOf" srcId="{A1EC2521-C183-47D7-94B0-EE11EA73D52F}" destId="{91598530-9F13-4466-8C01-B5C0264AAB40}" srcOrd="0" destOrd="0" presId="urn:microsoft.com/office/officeart/2005/8/layout/cycle6"/>
    <dgm:cxn modelId="{E04223E7-C328-4800-AD8F-43F17245040A}" srcId="{D0FDF6B3-99C3-436B-B46D-4ECA42F7E5CB}" destId="{A1EC2521-C183-47D7-94B0-EE11EA73D52F}" srcOrd="6" destOrd="0" parTransId="{B9C0A34B-AE40-4A3A-9872-401912044951}" sibTransId="{783997A9-E536-4BC5-AA21-1E328BCD3251}"/>
    <dgm:cxn modelId="{7B8E8DF2-24F8-4A7D-AFAE-8C2EE6CB0481}" type="presOf" srcId="{BEB42FB8-8E4E-4864-A550-D36FAEC44A62}" destId="{10852D62-E680-4D29-B6CC-A2BDF321AE69}" srcOrd="0" destOrd="0" presId="urn:microsoft.com/office/officeart/2005/8/layout/cycle6"/>
    <dgm:cxn modelId="{8575A8A1-ABEA-47D5-871E-39FB54FCB467}" type="presParOf" srcId="{5632AEE8-3AE7-4605-8B20-4759BE37C477}" destId="{9EF96CBD-9CCF-4AD8-A9AF-22DE789FC4BE}" srcOrd="0" destOrd="0" presId="urn:microsoft.com/office/officeart/2005/8/layout/cycle6"/>
    <dgm:cxn modelId="{09B6BB2B-84C0-40B4-99D2-7D6562D9D523}" type="presParOf" srcId="{5632AEE8-3AE7-4605-8B20-4759BE37C477}" destId="{FA80013A-2AE4-407C-AECA-B1B266B7AABF}" srcOrd="1" destOrd="0" presId="urn:microsoft.com/office/officeart/2005/8/layout/cycle6"/>
    <dgm:cxn modelId="{BC10370B-D5A2-4D17-812A-EA729FBE7C72}" type="presParOf" srcId="{5632AEE8-3AE7-4605-8B20-4759BE37C477}" destId="{4CD44B19-BFF7-4726-8425-00731303EB33}" srcOrd="2" destOrd="0" presId="urn:microsoft.com/office/officeart/2005/8/layout/cycle6"/>
    <dgm:cxn modelId="{84722D07-7CE3-4A78-8C4F-F0F7A6DFB787}" type="presParOf" srcId="{5632AEE8-3AE7-4605-8B20-4759BE37C477}" destId="{FA8698A1-367D-41C4-8EF0-63B0B6B89F3D}" srcOrd="3" destOrd="0" presId="urn:microsoft.com/office/officeart/2005/8/layout/cycle6"/>
    <dgm:cxn modelId="{E69CC1E0-2B77-43AD-BFA7-77D12A2A4C6C}" type="presParOf" srcId="{5632AEE8-3AE7-4605-8B20-4759BE37C477}" destId="{05F65682-C3AD-4D1A-A5E8-8B981CD92210}" srcOrd="4" destOrd="0" presId="urn:microsoft.com/office/officeart/2005/8/layout/cycle6"/>
    <dgm:cxn modelId="{186C9052-8C06-46AD-BCDA-AC78DCB2E60E}" type="presParOf" srcId="{5632AEE8-3AE7-4605-8B20-4759BE37C477}" destId="{47C3C7FE-F428-4E49-A980-4203158B2A0A}" srcOrd="5" destOrd="0" presId="urn:microsoft.com/office/officeart/2005/8/layout/cycle6"/>
    <dgm:cxn modelId="{6063B0A4-8D7D-474F-8436-4D79230F155F}" type="presParOf" srcId="{5632AEE8-3AE7-4605-8B20-4759BE37C477}" destId="{95D06402-E8D7-41DC-B5DC-B9FD5F813121}" srcOrd="6" destOrd="0" presId="urn:microsoft.com/office/officeart/2005/8/layout/cycle6"/>
    <dgm:cxn modelId="{B137DAC1-6956-4E4F-8E48-2742F49DCA7A}" type="presParOf" srcId="{5632AEE8-3AE7-4605-8B20-4759BE37C477}" destId="{CE7C8CD9-AAB7-44F7-9D40-B9E7C40BEAA1}" srcOrd="7" destOrd="0" presId="urn:microsoft.com/office/officeart/2005/8/layout/cycle6"/>
    <dgm:cxn modelId="{82B913BD-CE50-46AD-B44F-D083966465BD}" type="presParOf" srcId="{5632AEE8-3AE7-4605-8B20-4759BE37C477}" destId="{A1BE1097-002D-4F57-A34B-F71904A26242}" srcOrd="8" destOrd="0" presId="urn:microsoft.com/office/officeart/2005/8/layout/cycle6"/>
    <dgm:cxn modelId="{D1D0091B-447B-4745-A403-BF2113982AD0}" type="presParOf" srcId="{5632AEE8-3AE7-4605-8B20-4759BE37C477}" destId="{50B79896-38F8-4D86-91A3-1F1AEA0BC562}" srcOrd="9" destOrd="0" presId="urn:microsoft.com/office/officeart/2005/8/layout/cycle6"/>
    <dgm:cxn modelId="{A82D8512-B275-40F6-B20C-35296E3AA233}" type="presParOf" srcId="{5632AEE8-3AE7-4605-8B20-4759BE37C477}" destId="{19502FF9-6CE1-4609-B265-90817FB1904A}" srcOrd="10" destOrd="0" presId="urn:microsoft.com/office/officeart/2005/8/layout/cycle6"/>
    <dgm:cxn modelId="{634BC7F3-1581-4140-B72D-2E435D5E74C5}" type="presParOf" srcId="{5632AEE8-3AE7-4605-8B20-4759BE37C477}" destId="{13853D83-219B-43F5-84E3-82A4B6D2CD0F}" srcOrd="11" destOrd="0" presId="urn:microsoft.com/office/officeart/2005/8/layout/cycle6"/>
    <dgm:cxn modelId="{999EF8DE-956A-4BF1-95F6-69B82510D47E}" type="presParOf" srcId="{5632AEE8-3AE7-4605-8B20-4759BE37C477}" destId="{10852D62-E680-4D29-B6CC-A2BDF321AE69}" srcOrd="12" destOrd="0" presId="urn:microsoft.com/office/officeart/2005/8/layout/cycle6"/>
    <dgm:cxn modelId="{EC549960-13C1-4F31-A7E1-B5162B7ACC4D}" type="presParOf" srcId="{5632AEE8-3AE7-4605-8B20-4759BE37C477}" destId="{142CFC3C-622E-4CEC-8F1F-7B72A30E3368}" srcOrd="13" destOrd="0" presId="urn:microsoft.com/office/officeart/2005/8/layout/cycle6"/>
    <dgm:cxn modelId="{A7243011-8C60-427D-97E9-6F4E479D8A8E}" type="presParOf" srcId="{5632AEE8-3AE7-4605-8B20-4759BE37C477}" destId="{CDF72FD1-229A-46D4-90FB-A4EE4AD9F046}" srcOrd="14" destOrd="0" presId="urn:microsoft.com/office/officeart/2005/8/layout/cycle6"/>
    <dgm:cxn modelId="{06EE6201-7568-4ACC-9501-A8D53D258DFF}" type="presParOf" srcId="{5632AEE8-3AE7-4605-8B20-4759BE37C477}" destId="{EA08A632-12BF-4E26-AA5F-BC8105E194B2}" srcOrd="15" destOrd="0" presId="urn:microsoft.com/office/officeart/2005/8/layout/cycle6"/>
    <dgm:cxn modelId="{FCF83787-8616-488B-926B-D16DB95FCDC1}" type="presParOf" srcId="{5632AEE8-3AE7-4605-8B20-4759BE37C477}" destId="{2AA8D105-BB1E-4F24-BE19-7095FD668F52}" srcOrd="16" destOrd="0" presId="urn:microsoft.com/office/officeart/2005/8/layout/cycle6"/>
    <dgm:cxn modelId="{2724DC25-C5AD-46BB-B329-0C7994CA5AA9}" type="presParOf" srcId="{5632AEE8-3AE7-4605-8B20-4759BE37C477}" destId="{40936EC1-A084-4933-A40F-22DA8C0B535B}" srcOrd="17" destOrd="0" presId="urn:microsoft.com/office/officeart/2005/8/layout/cycle6"/>
    <dgm:cxn modelId="{DE85BC63-BEE0-4918-9D64-7C8EB35EF1D1}" type="presParOf" srcId="{5632AEE8-3AE7-4605-8B20-4759BE37C477}" destId="{91598530-9F13-4466-8C01-B5C0264AAB40}" srcOrd="18" destOrd="0" presId="urn:microsoft.com/office/officeart/2005/8/layout/cycle6"/>
    <dgm:cxn modelId="{BE024A85-5FBA-444B-98BA-738C6B6FDF1C}" type="presParOf" srcId="{5632AEE8-3AE7-4605-8B20-4759BE37C477}" destId="{CA9978D2-B122-4BC8-A2E5-CC9D5D92FF4C}" srcOrd="19" destOrd="0" presId="urn:microsoft.com/office/officeart/2005/8/layout/cycle6"/>
    <dgm:cxn modelId="{9C8260FD-B0CD-4CEA-A55D-327F958BFEEF}" type="presParOf" srcId="{5632AEE8-3AE7-4605-8B20-4759BE37C477}" destId="{422B52FE-FC80-4399-B10C-B24606C9D008}" srcOrd="20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F96CBD-9CCF-4AD8-A9AF-22DE789FC4BE}">
      <dsp:nvSpPr>
        <dsp:cNvPr id="0" name=""/>
        <dsp:cNvSpPr/>
      </dsp:nvSpPr>
      <dsp:spPr>
        <a:xfrm>
          <a:off x="2603173" y="273"/>
          <a:ext cx="921583" cy="599029"/>
        </a:xfrm>
        <a:prstGeom prst="roundRect">
          <a:avLst/>
        </a:prstGeom>
        <a:solidFill>
          <a:srgbClr val="00206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/>
            <a:t>입찰정보</a:t>
          </a:r>
        </a:p>
      </dsp:txBody>
      <dsp:txXfrm>
        <a:off x="2632415" y="29515"/>
        <a:ext cx="863099" cy="540545"/>
      </dsp:txXfrm>
    </dsp:sp>
    <dsp:sp modelId="{4CD44B19-BFF7-4726-8425-00731303EB33}">
      <dsp:nvSpPr>
        <dsp:cNvPr id="0" name=""/>
        <dsp:cNvSpPr/>
      </dsp:nvSpPr>
      <dsp:spPr>
        <a:xfrm>
          <a:off x="1355151" y="299788"/>
          <a:ext cx="3417627" cy="3417627"/>
        </a:xfrm>
        <a:custGeom>
          <a:avLst/>
          <a:gdLst/>
          <a:ahLst/>
          <a:cxnLst/>
          <a:rect l="0" t="0" r="0" b="0"/>
          <a:pathLst>
            <a:path>
              <a:moveTo>
                <a:pt x="2175696" y="65017"/>
              </a:moveTo>
              <a:arcTo wR="1708813" hR="1708813" stAng="17151360" swAng="1255162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8698A1-367D-41C4-8EF0-63B0B6B89F3D}">
      <dsp:nvSpPr>
        <dsp:cNvPr id="0" name=""/>
        <dsp:cNvSpPr/>
      </dsp:nvSpPr>
      <dsp:spPr>
        <a:xfrm>
          <a:off x="3939178" y="643659"/>
          <a:ext cx="921583" cy="599029"/>
        </a:xfrm>
        <a:prstGeom prst="roundRect">
          <a:avLst/>
        </a:prstGeom>
        <a:solidFill>
          <a:srgbClr val="00206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/>
            <a:t>발주계획</a:t>
          </a:r>
        </a:p>
      </dsp:txBody>
      <dsp:txXfrm>
        <a:off x="3968420" y="672901"/>
        <a:ext cx="863099" cy="540545"/>
      </dsp:txXfrm>
    </dsp:sp>
    <dsp:sp modelId="{47C3C7FE-F428-4E49-A980-4203158B2A0A}">
      <dsp:nvSpPr>
        <dsp:cNvPr id="0" name=""/>
        <dsp:cNvSpPr/>
      </dsp:nvSpPr>
      <dsp:spPr>
        <a:xfrm>
          <a:off x="1368951" y="326713"/>
          <a:ext cx="3417627" cy="3417627"/>
        </a:xfrm>
        <a:custGeom>
          <a:avLst/>
          <a:gdLst/>
          <a:ahLst/>
          <a:cxnLst/>
          <a:rect l="0" t="0" r="0" b="0"/>
          <a:pathLst>
            <a:path>
              <a:moveTo>
                <a:pt x="3226589" y="923702"/>
              </a:moveTo>
              <a:arcTo wR="1708813" hR="1708813" stAng="19958909" swAng="1737000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D06402-E8D7-41DC-B5DC-B9FD5F813121}">
      <dsp:nvSpPr>
        <dsp:cNvPr id="0" name=""/>
        <dsp:cNvSpPr/>
      </dsp:nvSpPr>
      <dsp:spPr>
        <a:xfrm>
          <a:off x="4283824" y="2091902"/>
          <a:ext cx="921583" cy="599029"/>
        </a:xfrm>
        <a:prstGeom prst="roundRect">
          <a:avLst/>
        </a:prstGeom>
        <a:solidFill>
          <a:srgbClr val="C0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/>
            <a:t>구인정보</a:t>
          </a:r>
        </a:p>
      </dsp:txBody>
      <dsp:txXfrm>
        <a:off x="4313066" y="2121144"/>
        <a:ext cx="863099" cy="540545"/>
      </dsp:txXfrm>
    </dsp:sp>
    <dsp:sp modelId="{A1BE1097-002D-4F57-A34B-F71904A26242}">
      <dsp:nvSpPr>
        <dsp:cNvPr id="0" name=""/>
        <dsp:cNvSpPr/>
      </dsp:nvSpPr>
      <dsp:spPr>
        <a:xfrm>
          <a:off x="1382784" y="274163"/>
          <a:ext cx="3417627" cy="3417627"/>
        </a:xfrm>
        <a:custGeom>
          <a:avLst/>
          <a:gdLst/>
          <a:ahLst/>
          <a:cxnLst/>
          <a:rect l="0" t="0" r="0" b="0"/>
          <a:pathLst>
            <a:path>
              <a:moveTo>
                <a:pt x="3261203" y="2423047"/>
              </a:moveTo>
              <a:arcTo wR="1708813" hR="1708813" stAng="1482392" swAng="1371122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B79896-38F8-4D86-91A3-1F1AEA0BC562}">
      <dsp:nvSpPr>
        <dsp:cNvPr id="0" name=""/>
        <dsp:cNvSpPr/>
      </dsp:nvSpPr>
      <dsp:spPr>
        <a:xfrm>
          <a:off x="3344600" y="3248675"/>
          <a:ext cx="921583" cy="599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b="1" kern="1200" dirty="0"/>
            <a:t>Shop</a:t>
          </a:r>
          <a:endParaRPr lang="ko-KR" altLang="en-US" sz="1400" b="1" kern="1200" dirty="0"/>
        </a:p>
      </dsp:txBody>
      <dsp:txXfrm>
        <a:off x="3373842" y="3277917"/>
        <a:ext cx="863099" cy="540545"/>
      </dsp:txXfrm>
    </dsp:sp>
    <dsp:sp modelId="{13853D83-219B-43F5-84E3-82A4B6D2CD0F}">
      <dsp:nvSpPr>
        <dsp:cNvPr id="0" name=""/>
        <dsp:cNvSpPr/>
      </dsp:nvSpPr>
      <dsp:spPr>
        <a:xfrm>
          <a:off x="1355151" y="299788"/>
          <a:ext cx="3417627" cy="3417627"/>
        </a:xfrm>
        <a:custGeom>
          <a:avLst/>
          <a:gdLst/>
          <a:ahLst/>
          <a:cxnLst/>
          <a:rect l="0" t="0" r="0" b="0"/>
          <a:pathLst>
            <a:path>
              <a:moveTo>
                <a:pt x="1983910" y="3395338"/>
              </a:moveTo>
              <a:arcTo wR="1708813" hR="1708813" stAng="4844149" swAng="111170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852D62-E680-4D29-B6CC-A2BDF321AE69}">
      <dsp:nvSpPr>
        <dsp:cNvPr id="0" name=""/>
        <dsp:cNvSpPr/>
      </dsp:nvSpPr>
      <dsp:spPr>
        <a:xfrm>
          <a:off x="1861747" y="3248675"/>
          <a:ext cx="921583" cy="599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b="1" kern="1200" dirty="0"/>
            <a:t>News</a:t>
          </a:r>
          <a:endParaRPr lang="ko-KR" altLang="en-US" sz="1400" b="1" kern="1200" dirty="0"/>
        </a:p>
      </dsp:txBody>
      <dsp:txXfrm>
        <a:off x="1890989" y="3277917"/>
        <a:ext cx="863099" cy="540545"/>
      </dsp:txXfrm>
    </dsp:sp>
    <dsp:sp modelId="{CDF72FD1-229A-46D4-90FB-A4EE4AD9F046}">
      <dsp:nvSpPr>
        <dsp:cNvPr id="0" name=""/>
        <dsp:cNvSpPr/>
      </dsp:nvSpPr>
      <dsp:spPr>
        <a:xfrm>
          <a:off x="1355151" y="299788"/>
          <a:ext cx="3417627" cy="3417627"/>
        </a:xfrm>
        <a:custGeom>
          <a:avLst/>
          <a:gdLst/>
          <a:ahLst/>
          <a:cxnLst/>
          <a:rect l="0" t="0" r="0" b="0"/>
          <a:pathLst>
            <a:path>
              <a:moveTo>
                <a:pt x="528163" y="2944172"/>
              </a:moveTo>
              <a:arcTo wR="1708813" hR="1708813" stAng="8022169" swAng="1357641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08A632-12BF-4E26-AA5F-BC8105E194B2}">
      <dsp:nvSpPr>
        <dsp:cNvPr id="0" name=""/>
        <dsp:cNvSpPr/>
      </dsp:nvSpPr>
      <dsp:spPr>
        <a:xfrm>
          <a:off x="937203" y="2089334"/>
          <a:ext cx="921583" cy="599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b="1" kern="1200" dirty="0"/>
            <a:t>Users</a:t>
          </a:r>
          <a:endParaRPr lang="ko-KR" altLang="en-US" sz="1400" b="1" kern="1200" dirty="0"/>
        </a:p>
      </dsp:txBody>
      <dsp:txXfrm>
        <a:off x="966445" y="2118576"/>
        <a:ext cx="863099" cy="540545"/>
      </dsp:txXfrm>
    </dsp:sp>
    <dsp:sp modelId="{40936EC1-A084-4933-A40F-22DA8C0B535B}">
      <dsp:nvSpPr>
        <dsp:cNvPr id="0" name=""/>
        <dsp:cNvSpPr/>
      </dsp:nvSpPr>
      <dsp:spPr>
        <a:xfrm>
          <a:off x="1355151" y="299788"/>
          <a:ext cx="3417627" cy="3417627"/>
        </a:xfrm>
        <a:custGeom>
          <a:avLst/>
          <a:gdLst/>
          <a:ahLst/>
          <a:cxnLst/>
          <a:rect l="0" t="0" r="0" b="0"/>
          <a:pathLst>
            <a:path>
              <a:moveTo>
                <a:pt x="1521" y="1780900"/>
              </a:moveTo>
              <a:arcTo wR="1708813" hR="1708813" stAng="10654935" swAng="1725402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598530-9F13-4466-8C01-B5C0264AAB40}">
      <dsp:nvSpPr>
        <dsp:cNvPr id="0" name=""/>
        <dsp:cNvSpPr/>
      </dsp:nvSpPr>
      <dsp:spPr>
        <a:xfrm>
          <a:off x="1267169" y="643659"/>
          <a:ext cx="921583" cy="599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b="1" kern="1200" dirty="0" err="1"/>
            <a:t>QnA</a:t>
          </a:r>
          <a:endParaRPr lang="ko-KR" altLang="en-US" sz="1400" b="1" kern="1200" dirty="0"/>
        </a:p>
      </dsp:txBody>
      <dsp:txXfrm>
        <a:off x="1296411" y="672901"/>
        <a:ext cx="863099" cy="540545"/>
      </dsp:txXfrm>
    </dsp:sp>
    <dsp:sp modelId="{422B52FE-FC80-4399-B10C-B24606C9D008}">
      <dsp:nvSpPr>
        <dsp:cNvPr id="0" name=""/>
        <dsp:cNvSpPr/>
      </dsp:nvSpPr>
      <dsp:spPr>
        <a:xfrm>
          <a:off x="1355151" y="299788"/>
          <a:ext cx="3417627" cy="3417627"/>
        </a:xfrm>
        <a:custGeom>
          <a:avLst/>
          <a:gdLst/>
          <a:ahLst/>
          <a:cxnLst/>
          <a:rect l="0" t="0" r="0" b="0"/>
          <a:pathLst>
            <a:path>
              <a:moveTo>
                <a:pt x="685782" y="340072"/>
              </a:moveTo>
              <a:arcTo wR="1708813" hR="1708813" stAng="13993479" swAng="1255162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9301F-1BF0-4185-BEAC-E9AC7C22EF94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9EE4B3A-29DF-42FB-AB12-206FC6329C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042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9301F-1BF0-4185-BEAC-E9AC7C22EF94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4B3A-29DF-42FB-AB12-206FC6329C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746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9301F-1BF0-4185-BEAC-E9AC7C22EF94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4B3A-29DF-42FB-AB12-206FC6329C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567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9301F-1BF0-4185-BEAC-E9AC7C22EF94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4B3A-29DF-42FB-AB12-206FC6329C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822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9301F-1BF0-4185-BEAC-E9AC7C22EF94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4B3A-29DF-42FB-AB12-206FC6329C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114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9301F-1BF0-4185-BEAC-E9AC7C22EF94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4B3A-29DF-42FB-AB12-206FC6329C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192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9301F-1BF0-4185-BEAC-E9AC7C22EF94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4B3A-29DF-42FB-AB12-206FC6329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650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9301F-1BF0-4185-BEAC-E9AC7C22EF94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4B3A-29DF-42FB-AB12-206FC6329C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137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819301F-1BF0-4185-BEAC-E9AC7C22EF94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4B3A-29DF-42FB-AB12-206FC6329C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56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9301F-1BF0-4185-BEAC-E9AC7C22EF94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4B3A-29DF-42FB-AB12-206FC6329C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452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9301F-1BF0-4185-BEAC-E9AC7C22EF94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4B3A-29DF-42FB-AB12-206FC6329C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14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9301F-1BF0-4185-BEAC-E9AC7C22EF94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9EE4B3A-29DF-42FB-AB12-206FC6329C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360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figma.com/design/bTNHaJrYd409Klnq6yrZs0/Untitled?node-id=0-1&amp;m=dev&amp;t=OnV0QqPjYoTDzKao-1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13.62.76.215:5173/pager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88E69-8E07-BDBC-6979-4B5003F510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</a:rPr>
              <a:t>Pager+ </a:t>
            </a:r>
            <a:r>
              <a:rPr lang="ko-KR" altLang="en-US" b="1" dirty="0">
                <a:latin typeface="+mj-ea"/>
              </a:rPr>
              <a:t>제작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D5BA7DC-A0DD-6048-C6FA-271F64F8AE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b="1" dirty="0" err="1"/>
              <a:t>이유채</a:t>
            </a:r>
            <a:r>
              <a:rPr lang="ko-KR" altLang="en-US" b="1" dirty="0"/>
              <a:t> 개인프로젝트</a:t>
            </a:r>
          </a:p>
        </p:txBody>
      </p:sp>
    </p:spTree>
    <p:extLst>
      <p:ext uri="{BB962C8B-B14F-4D97-AF65-F5344CB8AC3E}">
        <p14:creationId xmlns:p14="http://schemas.microsoft.com/office/powerpoint/2010/main" val="844664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E7080-42B9-BF63-45FD-10524147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4034"/>
            <a:ext cx="9603275" cy="599720"/>
          </a:xfrm>
        </p:spPr>
        <p:txBody>
          <a:bodyPr/>
          <a:lstStyle/>
          <a:p>
            <a:r>
              <a:rPr lang="ko-KR" altLang="en-US" b="1" dirty="0"/>
              <a:t>프로젝트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5013DE-CB6F-A563-8359-677D812B3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프로젝트명 </a:t>
            </a:r>
            <a:r>
              <a:rPr lang="en-US" altLang="ko-KR" b="1" dirty="0"/>
              <a:t>: </a:t>
            </a:r>
            <a:r>
              <a:rPr lang="ko-KR" altLang="en-US" b="1" dirty="0"/>
              <a:t>웹사이트 입찰 정보 플랫폼 </a:t>
            </a:r>
            <a:r>
              <a:rPr lang="en-US" altLang="ko-KR" b="1" dirty="0"/>
              <a:t>"pager" </a:t>
            </a:r>
            <a:r>
              <a:rPr lang="ko-KR" altLang="en-US" b="1" dirty="0"/>
              <a:t>구축</a:t>
            </a:r>
            <a:endParaRPr lang="en-US" altLang="ko-KR" b="1" dirty="0"/>
          </a:p>
          <a:p>
            <a:r>
              <a:rPr lang="ko-KR" altLang="en-US" b="1" dirty="0"/>
              <a:t>목적 </a:t>
            </a:r>
            <a:r>
              <a:rPr lang="en-US" altLang="ko-KR" b="1" dirty="0"/>
              <a:t>: </a:t>
            </a:r>
            <a:r>
              <a:rPr lang="ko-KR" altLang="en-US" b="1" dirty="0"/>
              <a:t>웹사이트 제작</a:t>
            </a:r>
            <a:r>
              <a:rPr lang="en-US" altLang="ko-KR" b="1" dirty="0"/>
              <a:t>·</a:t>
            </a:r>
            <a:r>
              <a:rPr lang="ko-KR" altLang="en-US" b="1" dirty="0"/>
              <a:t>유지보수 관련 공공</a:t>
            </a:r>
            <a:r>
              <a:rPr lang="en-US" altLang="ko-KR" b="1" dirty="0"/>
              <a:t>/</a:t>
            </a:r>
            <a:r>
              <a:rPr lang="ko-KR" altLang="en-US" b="1" dirty="0"/>
              <a:t>민간 발주</a:t>
            </a:r>
            <a:r>
              <a:rPr lang="en-US" altLang="ko-KR" b="1" dirty="0"/>
              <a:t>, </a:t>
            </a:r>
            <a:r>
              <a:rPr lang="ko-KR" altLang="en-US" b="1" dirty="0"/>
              <a:t>입찰 정보와 구인 정보를 제공</a:t>
            </a:r>
            <a:endParaRPr lang="en-US" altLang="ko-KR" b="1" dirty="0"/>
          </a:p>
          <a:p>
            <a:r>
              <a:rPr lang="ko-KR" altLang="en-US" b="1" dirty="0"/>
              <a:t>기획 배경</a:t>
            </a:r>
            <a:r>
              <a:rPr lang="en-US" altLang="ko-KR" b="1" dirty="0"/>
              <a:t> : 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b="1" dirty="0"/>
              <a:t>기존 입찰 정보의 분산 문제</a:t>
            </a:r>
            <a:endParaRPr lang="en-US" altLang="ko-KR" b="1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b="1" dirty="0"/>
              <a:t>웹 제작사</a:t>
            </a:r>
            <a:r>
              <a:rPr lang="en-US" altLang="ko-KR" b="1" dirty="0"/>
              <a:t>·</a:t>
            </a:r>
            <a:r>
              <a:rPr lang="ko-KR" altLang="en-US" b="1" dirty="0"/>
              <a:t>프리랜서들의 정보 접근성 부족</a:t>
            </a:r>
            <a:endParaRPr lang="en-US" altLang="ko-KR" b="1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b="1" dirty="0"/>
              <a:t>공공</a:t>
            </a:r>
            <a:r>
              <a:rPr lang="en-US" altLang="ko-KR" b="1" dirty="0"/>
              <a:t>/</a:t>
            </a:r>
            <a:r>
              <a:rPr lang="ko-KR" altLang="en-US" b="1" dirty="0"/>
              <a:t>민간 발주처의 매칭 효율 개선 필요성</a:t>
            </a:r>
          </a:p>
        </p:txBody>
      </p:sp>
    </p:spTree>
    <p:extLst>
      <p:ext uri="{BB962C8B-B14F-4D97-AF65-F5344CB8AC3E}">
        <p14:creationId xmlns:p14="http://schemas.microsoft.com/office/powerpoint/2010/main" val="227657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E7080-42B9-BF63-45FD-10524147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4034"/>
            <a:ext cx="9603275" cy="599720"/>
          </a:xfrm>
        </p:spPr>
        <p:txBody>
          <a:bodyPr/>
          <a:lstStyle/>
          <a:p>
            <a:r>
              <a:rPr lang="ko-KR" altLang="en-US" b="1" dirty="0"/>
              <a:t>사용 </a:t>
            </a:r>
            <a:r>
              <a:rPr lang="en-US" altLang="ko-KR" b="1" dirty="0"/>
              <a:t>API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0CCC2A-9E1A-6308-22F9-200DFD87083F}"/>
              </a:ext>
            </a:extLst>
          </p:cNvPr>
          <p:cNvSpPr txBox="1"/>
          <p:nvPr/>
        </p:nvSpPr>
        <p:spPr>
          <a:xfrm>
            <a:off x="1451579" y="2223253"/>
            <a:ext cx="9895690" cy="1704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조달청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_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나라장터 발주계획현황서비스</a:t>
            </a:r>
            <a:endParaRPr lang="en-US" altLang="ko-KR" b="1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조달청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_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나라장터 입찰공고정보서비스</a:t>
            </a:r>
            <a:endParaRPr lang="en-US" altLang="ko-KR" b="1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b="1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＊ 해당 데이터 가운데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‘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웹 서비스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‘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관련된 키워드를 필터링 하여 가져오도록 설정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70868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E7080-42B9-BF63-45FD-10524147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4034"/>
            <a:ext cx="9603275" cy="599720"/>
          </a:xfrm>
        </p:spPr>
        <p:txBody>
          <a:bodyPr/>
          <a:lstStyle/>
          <a:p>
            <a:r>
              <a:rPr lang="ko-KR" altLang="en-US" b="1" dirty="0"/>
              <a:t>핵심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5013DE-CB6F-A563-8359-677D812B3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i="0" dirty="0">
                <a:solidFill>
                  <a:srgbClr val="1D1A20"/>
                </a:solidFill>
                <a:effectLst/>
                <a:latin typeface="Courier New" panose="02070309020205020404" pitchFamily="49" charset="0"/>
              </a:rPr>
              <a:t>API </a:t>
            </a:r>
            <a:r>
              <a:rPr lang="ko-KR" altLang="en-US" b="1" dirty="0">
                <a:solidFill>
                  <a:srgbClr val="1D1A20"/>
                </a:solidFill>
                <a:latin typeface="Courier New" panose="02070309020205020404" pitchFamily="49" charset="0"/>
              </a:rPr>
              <a:t>키워드 필터 후 연동</a:t>
            </a:r>
            <a:endParaRPr lang="en-US" altLang="ko-KR" b="1" dirty="0">
              <a:solidFill>
                <a:srgbClr val="1D1A20"/>
              </a:solidFill>
              <a:latin typeface="Courier New" panose="02070309020205020404" pitchFamily="49" charset="0"/>
            </a:endParaRPr>
          </a:p>
          <a:p>
            <a:r>
              <a:rPr lang="ko-KR" altLang="en-US" b="1" dirty="0"/>
              <a:t>구인정보 입찰 등록</a:t>
            </a:r>
            <a:r>
              <a:rPr lang="en-US" altLang="ko-KR" b="1" dirty="0"/>
              <a:t>, </a:t>
            </a:r>
            <a:r>
              <a:rPr lang="ko-KR" altLang="en-US" b="1" dirty="0"/>
              <a:t>관리 페이지 구현</a:t>
            </a:r>
            <a:endParaRPr lang="en-US" altLang="ko-KR" b="1" dirty="0"/>
          </a:p>
          <a:p>
            <a:r>
              <a:rPr lang="ko-KR" altLang="en-US" b="1" dirty="0" err="1"/>
              <a:t>페이저샵</a:t>
            </a:r>
            <a:r>
              <a:rPr lang="ko-KR" altLang="en-US" b="1" dirty="0"/>
              <a:t> 상품</a:t>
            </a:r>
            <a:r>
              <a:rPr lang="en-US" altLang="ko-KR" b="1" dirty="0"/>
              <a:t> </a:t>
            </a:r>
            <a:r>
              <a:rPr lang="ko-KR" altLang="en-US" b="1" dirty="0"/>
              <a:t>관리 구현</a:t>
            </a:r>
            <a:endParaRPr lang="en-US" altLang="ko-KR" b="1" dirty="0"/>
          </a:p>
          <a:p>
            <a:r>
              <a:rPr lang="ko-KR" altLang="en-US" b="1" dirty="0"/>
              <a:t>뉴스</a:t>
            </a:r>
            <a:r>
              <a:rPr lang="en-US" altLang="ko-KR" b="1" dirty="0"/>
              <a:t>/</a:t>
            </a:r>
            <a:r>
              <a:rPr lang="ko-KR" altLang="en-US" b="1" dirty="0"/>
              <a:t>인사이트 관리 페이지 구현</a:t>
            </a:r>
            <a:endParaRPr lang="en-US" altLang="ko-KR" b="1" dirty="0"/>
          </a:p>
          <a:p>
            <a:r>
              <a:rPr lang="ko-KR" altLang="en-US" b="1" dirty="0"/>
              <a:t>회원 </a:t>
            </a:r>
            <a:r>
              <a:rPr lang="en-US" altLang="ko-KR" b="1" dirty="0"/>
              <a:t>&amp; </a:t>
            </a:r>
            <a:r>
              <a:rPr lang="ko-KR" altLang="en-US" b="1" dirty="0"/>
              <a:t>관리자 페이지 구현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571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C47BF-1DE5-AE33-A278-60EDFDEC4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ko-KR" b="1" dirty="0"/>
            </a:br>
            <a:r>
              <a:rPr lang="ko-KR" altLang="en-US" b="1" dirty="0"/>
              <a:t>기술 구성 및 개발 계획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630ABF-D68F-26C6-5A81-CD9663648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88679"/>
          </a:xfrm>
        </p:spPr>
        <p:txBody>
          <a:bodyPr/>
          <a:lstStyle/>
          <a:p>
            <a:r>
              <a:rPr lang="en-US" altLang="ko-KR" dirty="0"/>
              <a:t>Design : Figma</a:t>
            </a:r>
          </a:p>
          <a:p>
            <a:r>
              <a:rPr lang="en-US" altLang="ko-KR" dirty="0"/>
              <a:t>Frontend: React, </a:t>
            </a:r>
            <a:r>
              <a:rPr lang="en-US" altLang="ko-KR" dirty="0" err="1"/>
              <a:t>Mybatis</a:t>
            </a:r>
            <a:r>
              <a:rPr lang="en-US" altLang="ko-KR" dirty="0"/>
              <a:t>, HTML, CSS, </a:t>
            </a:r>
            <a:r>
              <a:rPr lang="en-US" altLang="ko-KR" dirty="0" err="1"/>
              <a:t>Javascript</a:t>
            </a:r>
            <a:endParaRPr lang="en-US" altLang="ko-KR" dirty="0"/>
          </a:p>
          <a:p>
            <a:r>
              <a:rPr lang="en-US" altLang="ko-KR" dirty="0"/>
              <a:t>Backend: Java, Springboot3</a:t>
            </a:r>
          </a:p>
          <a:p>
            <a:r>
              <a:rPr lang="en-US" altLang="ko-KR" dirty="0"/>
              <a:t>DB: MariaDB</a:t>
            </a:r>
          </a:p>
          <a:p>
            <a:r>
              <a:rPr lang="en-US" altLang="ko-KR" dirty="0"/>
              <a:t>Server : AWS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0703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E7080-42B9-BF63-45FD-10524147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4034"/>
            <a:ext cx="9603275" cy="599720"/>
          </a:xfrm>
        </p:spPr>
        <p:txBody>
          <a:bodyPr/>
          <a:lstStyle/>
          <a:p>
            <a:r>
              <a:rPr lang="ko-KR" altLang="en-US" b="1" dirty="0"/>
              <a:t>작업과정 </a:t>
            </a:r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5013DE-CB6F-A563-8359-677D812B3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853427" cy="3450613"/>
          </a:xfrm>
        </p:spPr>
        <p:txBody>
          <a:bodyPr/>
          <a:lstStyle/>
          <a:p>
            <a:r>
              <a:rPr lang="ko-KR" altLang="en-US" b="1" dirty="0">
                <a:latin typeface="+mj-ea"/>
                <a:ea typeface="+mj-ea"/>
              </a:rPr>
              <a:t>기획 및 디자인 </a:t>
            </a:r>
            <a:r>
              <a:rPr lang="en-US" altLang="ko-KR" b="1" dirty="0">
                <a:latin typeface="+mj-ea"/>
                <a:ea typeface="+mj-ea"/>
              </a:rPr>
              <a:t>(</a:t>
            </a:r>
            <a:r>
              <a:rPr lang="ko-KR" altLang="en-US" b="1" dirty="0">
                <a:latin typeface="+mj-ea"/>
                <a:ea typeface="+mj-ea"/>
              </a:rPr>
              <a:t>약 </a:t>
            </a:r>
            <a:r>
              <a:rPr lang="en-US" altLang="ko-KR" b="1" dirty="0">
                <a:latin typeface="+mj-ea"/>
                <a:ea typeface="+mj-ea"/>
              </a:rPr>
              <a:t>1</a:t>
            </a:r>
            <a:r>
              <a:rPr lang="ko-KR" altLang="en-US" b="1" dirty="0">
                <a:latin typeface="+mj-ea"/>
                <a:ea typeface="+mj-ea"/>
              </a:rPr>
              <a:t>일</a:t>
            </a:r>
            <a:r>
              <a:rPr lang="en-US" altLang="ko-KR" b="1" dirty="0">
                <a:latin typeface="+mj-ea"/>
                <a:ea typeface="+mj-ea"/>
              </a:rPr>
              <a:t>)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br>
              <a:rPr lang="en-US" altLang="ko-KR" b="1" dirty="0">
                <a:latin typeface="+mj-ea"/>
                <a:ea typeface="+mj-ea"/>
              </a:rPr>
            </a:br>
            <a:r>
              <a:rPr lang="en-US" altLang="ko-KR" b="1" dirty="0">
                <a:latin typeface="+mj-ea"/>
                <a:ea typeface="+mj-ea"/>
              </a:rPr>
              <a:t>– Figma </a:t>
            </a:r>
            <a:r>
              <a:rPr lang="ko-KR" altLang="en-US" b="1" dirty="0">
                <a:latin typeface="+mj-ea"/>
                <a:ea typeface="+mj-ea"/>
              </a:rPr>
              <a:t>사용</a:t>
            </a:r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en-US" altLang="ko-KR" sz="1800" b="1" dirty="0">
                <a:latin typeface="+mj-ea"/>
                <a:ea typeface="+mj-ea"/>
                <a:hlinkClick r:id="rId2"/>
              </a:rPr>
              <a:t>https://www.figma.com/design/bTNHaJrYd409Klnq6yrZs0/Untitled?node-id=0-1&amp;m=dev&amp;t=OnV0QqPjYoTDzKao-1</a:t>
            </a:r>
            <a:endParaRPr lang="en-US" altLang="ko-KR" sz="1800" b="1" dirty="0">
              <a:latin typeface="+mj-ea"/>
              <a:ea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6612EA-6171-57BC-3325-503B5BA640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19"/>
          <a:stretch/>
        </p:blipFill>
        <p:spPr>
          <a:xfrm>
            <a:off x="6909574" y="0"/>
            <a:ext cx="4720046" cy="685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558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E7080-42B9-BF63-45FD-10524147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4034"/>
            <a:ext cx="9603275" cy="599720"/>
          </a:xfrm>
        </p:spPr>
        <p:txBody>
          <a:bodyPr/>
          <a:lstStyle/>
          <a:p>
            <a:r>
              <a:rPr lang="ko-KR" altLang="en-US" b="1" dirty="0"/>
              <a:t>작업과정 </a:t>
            </a:r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5013DE-CB6F-A563-8359-677D812B3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i="0" dirty="0">
                <a:solidFill>
                  <a:srgbClr val="1D1A20"/>
                </a:solidFill>
                <a:effectLst/>
                <a:latin typeface="Courier New" panose="02070309020205020404" pitchFamily="49" charset="0"/>
              </a:rPr>
              <a:t>퍼블리싱 </a:t>
            </a:r>
            <a:r>
              <a:rPr lang="en-US" altLang="ko-KR" b="1" i="0" dirty="0">
                <a:solidFill>
                  <a:srgbClr val="1D1A2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ko-KR" altLang="en-US" b="1" i="0" dirty="0">
                <a:solidFill>
                  <a:srgbClr val="1D1A20"/>
                </a:solidFill>
                <a:effectLst/>
                <a:latin typeface="Courier New" panose="02070309020205020404" pitchFamily="49" charset="0"/>
              </a:rPr>
              <a:t>약 </a:t>
            </a:r>
            <a:r>
              <a:rPr lang="en-US" altLang="ko-KR" b="1" dirty="0">
                <a:solidFill>
                  <a:srgbClr val="1D1A20"/>
                </a:solidFill>
                <a:latin typeface="Courier New" panose="02070309020205020404" pitchFamily="49" charset="0"/>
              </a:rPr>
              <a:t>2</a:t>
            </a:r>
            <a:r>
              <a:rPr lang="ko-KR" altLang="en-US" b="1" i="0" dirty="0">
                <a:solidFill>
                  <a:srgbClr val="1D1A20"/>
                </a:solidFill>
                <a:effectLst/>
                <a:latin typeface="Courier New" panose="02070309020205020404" pitchFamily="49" charset="0"/>
              </a:rPr>
              <a:t>일</a:t>
            </a:r>
            <a:r>
              <a:rPr lang="en-US" altLang="ko-KR" b="1" i="0" dirty="0">
                <a:solidFill>
                  <a:srgbClr val="1D1A2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altLang="ko-KR" b="1" i="0" dirty="0">
                <a:solidFill>
                  <a:srgbClr val="1D1A2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b="1" i="0" dirty="0">
                <a:solidFill>
                  <a:srgbClr val="1D1A20"/>
                </a:solidFill>
                <a:effectLst/>
                <a:latin typeface="Courier New" panose="02070309020205020404" pitchFamily="49" charset="0"/>
              </a:rPr>
              <a:t>-VSCODE </a:t>
            </a:r>
            <a:r>
              <a:rPr lang="ko-KR" altLang="en-US" b="1" i="0" dirty="0">
                <a:solidFill>
                  <a:srgbClr val="1D1A20"/>
                </a:solidFill>
                <a:effectLst/>
                <a:latin typeface="Courier New" panose="02070309020205020404" pitchFamily="49" charset="0"/>
              </a:rPr>
              <a:t>사용</a:t>
            </a:r>
            <a:endParaRPr lang="en-US" altLang="ko-KR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AC11162-0599-86A0-8FF8-BB466993B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136" y="2060666"/>
            <a:ext cx="2590800" cy="35433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4A70246-653B-B2EB-00DE-B4766E3FC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738" y="2060666"/>
            <a:ext cx="4310742" cy="354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305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E7080-42B9-BF63-45FD-10524147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4034"/>
            <a:ext cx="9603275" cy="599720"/>
          </a:xfrm>
        </p:spPr>
        <p:txBody>
          <a:bodyPr/>
          <a:lstStyle/>
          <a:p>
            <a:r>
              <a:rPr lang="ko-KR" altLang="en-US" b="1" dirty="0"/>
              <a:t>작업과정 </a:t>
            </a:r>
            <a:r>
              <a:rPr lang="en-US" altLang="ko-KR" b="1" dirty="0"/>
              <a:t>3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5013DE-CB6F-A563-8359-677D812B3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JAVA &amp; </a:t>
            </a:r>
            <a:r>
              <a:rPr lang="en-US" altLang="ko-KR" b="1" dirty="0" err="1"/>
              <a:t>Mybatis</a:t>
            </a:r>
            <a:r>
              <a:rPr lang="ko-KR" altLang="en-US" b="1" dirty="0"/>
              <a:t> 개발 </a:t>
            </a:r>
            <a:r>
              <a:rPr lang="en-US" altLang="ko-KR" b="1" dirty="0"/>
              <a:t>(</a:t>
            </a:r>
            <a:r>
              <a:rPr lang="ko-KR" altLang="en-US" b="1" dirty="0"/>
              <a:t>약 </a:t>
            </a:r>
            <a:r>
              <a:rPr lang="en-US" altLang="ko-KR" b="1" dirty="0"/>
              <a:t>5</a:t>
            </a:r>
            <a:r>
              <a:rPr lang="ko-KR" altLang="en-US" b="1" dirty="0"/>
              <a:t>일</a:t>
            </a:r>
            <a:r>
              <a:rPr lang="en-US" altLang="ko-KR" b="1" dirty="0"/>
              <a:t>)</a:t>
            </a:r>
            <a:br>
              <a:rPr lang="en-US" altLang="ko-KR" b="1" dirty="0"/>
            </a:br>
            <a:r>
              <a:rPr lang="en-US" altLang="ko-KR" b="1" dirty="0"/>
              <a:t>- </a:t>
            </a:r>
            <a:r>
              <a:rPr lang="ko-KR" altLang="en-US" b="1" dirty="0"/>
              <a:t>기본 </a:t>
            </a:r>
            <a:r>
              <a:rPr lang="ko-KR" altLang="en-US" b="1" dirty="0" err="1"/>
              <a:t>백엔드</a:t>
            </a:r>
            <a:r>
              <a:rPr lang="ko-KR" altLang="en-US" b="1" dirty="0"/>
              <a:t> 구축 및 관리자페이지 개발</a:t>
            </a:r>
            <a:endParaRPr lang="en-US" altLang="ko-KR" b="1" dirty="0"/>
          </a:p>
        </p:txBody>
      </p:sp>
      <p:graphicFrame>
        <p:nvGraphicFramePr>
          <p:cNvPr id="6" name="다이어그램 5">
            <a:extLst>
              <a:ext uri="{FF2B5EF4-FFF2-40B4-BE49-F238E27FC236}">
                <a16:creationId xmlns:a16="http://schemas.microsoft.com/office/drawing/2014/main" id="{985CC2C3-D7E8-BA4F-23C5-60CB1ECC36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0242343"/>
              </p:ext>
            </p:extLst>
          </p:nvPr>
        </p:nvGraphicFramePr>
        <p:xfrm>
          <a:off x="6241496" y="838230"/>
          <a:ext cx="6127931" cy="3847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0E71A47-AA27-3872-1629-337DAB85E4C2}"/>
              </a:ext>
            </a:extLst>
          </p:cNvPr>
          <p:cNvSpPr txBox="1"/>
          <p:nvPr/>
        </p:nvSpPr>
        <p:spPr>
          <a:xfrm>
            <a:off x="8834466" y="2586261"/>
            <a:ext cx="941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DTO</a:t>
            </a:r>
            <a:endParaRPr lang="ko-KR" altLang="en-US" sz="2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27DD450-ADA9-1B9B-403F-083FF72A11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1579" y="3319149"/>
            <a:ext cx="2332374" cy="20669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F467B29-E35B-AC69-7817-A1EDF86F45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7393" y="3319149"/>
            <a:ext cx="2823822" cy="338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02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E7080-42B9-BF63-45FD-10524147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4034"/>
            <a:ext cx="9603275" cy="599720"/>
          </a:xfrm>
        </p:spPr>
        <p:txBody>
          <a:bodyPr/>
          <a:lstStyle/>
          <a:p>
            <a:r>
              <a:rPr lang="ko-KR" altLang="en-US" b="1" dirty="0"/>
              <a:t>작업과정 </a:t>
            </a:r>
            <a:r>
              <a:rPr lang="en-US" altLang="ko-KR" b="1" dirty="0"/>
              <a:t>4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5013DE-CB6F-A563-8359-677D812B3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React </a:t>
            </a:r>
            <a:r>
              <a:rPr lang="ko-KR" altLang="en-US" b="1" dirty="0"/>
              <a:t>연동</a:t>
            </a:r>
            <a:r>
              <a:rPr lang="en-US" altLang="ko-KR" b="1" dirty="0"/>
              <a:t> (</a:t>
            </a:r>
            <a:r>
              <a:rPr lang="ko-KR" altLang="en-US" b="1" dirty="0"/>
              <a:t>약 </a:t>
            </a:r>
            <a:r>
              <a:rPr lang="en-US" altLang="ko-KR" b="1" dirty="0"/>
              <a:t>3</a:t>
            </a:r>
            <a:r>
              <a:rPr lang="ko-KR" altLang="en-US" b="1" dirty="0"/>
              <a:t>일</a:t>
            </a:r>
            <a:r>
              <a:rPr lang="en-US" altLang="ko-KR" b="1" dirty="0"/>
              <a:t>)</a:t>
            </a:r>
            <a:br>
              <a:rPr lang="en-US" altLang="ko-KR" b="1" dirty="0"/>
            </a:br>
            <a:r>
              <a:rPr lang="en-US" altLang="ko-KR" b="1" dirty="0"/>
              <a:t>- </a:t>
            </a:r>
            <a:r>
              <a:rPr lang="en-US" altLang="ko-KR" b="1" dirty="0" err="1"/>
              <a:t>axios</a:t>
            </a:r>
            <a:r>
              <a:rPr lang="en-US" altLang="ko-KR" b="1" dirty="0"/>
              <a:t>(</a:t>
            </a:r>
            <a:r>
              <a:rPr lang="ko-KR" altLang="en-US" b="1" dirty="0" err="1"/>
              <a:t>악시오스</a:t>
            </a:r>
            <a:r>
              <a:rPr lang="en-US" altLang="ko-KR" b="1" dirty="0"/>
              <a:t>)</a:t>
            </a:r>
            <a:r>
              <a:rPr lang="ko-KR" altLang="en-US" b="1" dirty="0"/>
              <a:t> 라이브러리 사용</a:t>
            </a:r>
            <a:endParaRPr lang="en-US" altLang="ko-KR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5FD08B-5375-02FA-E8A3-56C953143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598" y="853441"/>
            <a:ext cx="4563499" cy="546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14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E7080-42B9-BF63-45FD-10524147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4034"/>
            <a:ext cx="9603275" cy="599720"/>
          </a:xfrm>
        </p:spPr>
        <p:txBody>
          <a:bodyPr/>
          <a:lstStyle/>
          <a:p>
            <a:r>
              <a:rPr lang="ko-KR" altLang="en-US" b="1" dirty="0"/>
              <a:t>작업과정 </a:t>
            </a:r>
            <a:r>
              <a:rPr lang="en-US" altLang="ko-KR" b="1" dirty="0"/>
              <a:t>5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5013DE-CB6F-A563-8359-677D812B3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AWS </a:t>
            </a:r>
            <a:r>
              <a:rPr lang="ko-KR" altLang="en-US" b="1" dirty="0"/>
              <a:t>배포</a:t>
            </a:r>
            <a:r>
              <a:rPr lang="en-US" altLang="ko-KR" b="1" dirty="0"/>
              <a:t>(</a:t>
            </a:r>
            <a:r>
              <a:rPr lang="ko-KR" altLang="en-US" b="1" dirty="0"/>
              <a:t>약 </a:t>
            </a:r>
            <a:r>
              <a:rPr lang="en-US" altLang="ko-KR" b="1" dirty="0"/>
              <a:t>2</a:t>
            </a:r>
            <a:r>
              <a:rPr lang="ko-KR" altLang="en-US" b="1" dirty="0"/>
              <a:t>일</a:t>
            </a:r>
            <a:r>
              <a:rPr lang="en-US" altLang="ko-KR" b="1" dirty="0"/>
              <a:t>)</a:t>
            </a:r>
          </a:p>
          <a:p>
            <a:pPr marL="0" indent="0">
              <a:buNone/>
            </a:pPr>
            <a:r>
              <a:rPr lang="en-US" altLang="ko-KR" b="1" dirty="0"/>
              <a:t>1) Java</a:t>
            </a:r>
            <a:br>
              <a:rPr lang="en-US" altLang="ko-KR" b="1" dirty="0"/>
            </a:br>
            <a:r>
              <a:rPr lang="en-US" altLang="ko-KR" b="1" dirty="0"/>
              <a:t>2) MariaDB</a:t>
            </a:r>
            <a:br>
              <a:rPr lang="en-US" altLang="ko-KR" b="1" dirty="0"/>
            </a:br>
            <a:r>
              <a:rPr lang="en-US" altLang="ko-KR" b="1" dirty="0"/>
              <a:t>3) React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C1342E-AC7A-379B-3A90-92D49EBA662B}"/>
              </a:ext>
            </a:extLst>
          </p:cNvPr>
          <p:cNvSpPr txBox="1"/>
          <p:nvPr/>
        </p:nvSpPr>
        <p:spPr>
          <a:xfrm>
            <a:off x="4249784" y="2041859"/>
            <a:ext cx="3350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2"/>
              </a:rPr>
              <a:t>http://13.62.76.215:5173/pager/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1028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88E69-8E07-BDBC-6979-4B5003F510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감사합니다</a:t>
            </a:r>
            <a:r>
              <a:rPr lang="en-US" altLang="ko-KR" b="1" dirty="0">
                <a:latin typeface="+mj-ea"/>
              </a:rPr>
              <a:t>.</a:t>
            </a:r>
            <a:endParaRPr lang="ko-KR" altLang="en-US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23807547"/>
      </p:ext>
    </p:extLst>
  </p:cSld>
  <p:clrMapOvr>
    <a:masterClrMapping/>
  </p:clrMapOvr>
</p:sld>
</file>

<file path=ppt/theme/theme1.xml><?xml version="1.0" encoding="utf-8"?>
<a:theme xmlns:a="http://schemas.openxmlformats.org/drawing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94</TotalTime>
  <Words>265</Words>
  <Application>Microsoft Office PowerPoint</Application>
  <PresentationFormat>와이드스크린</PresentationFormat>
  <Paragraphs>49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맑은 고딕</vt:lpstr>
      <vt:lpstr>Arial</vt:lpstr>
      <vt:lpstr>Courier New</vt:lpstr>
      <vt:lpstr>Gill Sans MT</vt:lpstr>
      <vt:lpstr>갤러리</vt:lpstr>
      <vt:lpstr>Pager+ 제작 발표</vt:lpstr>
      <vt:lpstr>프로젝트 개요</vt:lpstr>
      <vt:lpstr>사용 API</vt:lpstr>
      <vt:lpstr>핵심 기능</vt:lpstr>
      <vt:lpstr> 기술 구성 및 개발 계획</vt:lpstr>
      <vt:lpstr>작업과정 1</vt:lpstr>
      <vt:lpstr>작업과정 2</vt:lpstr>
      <vt:lpstr>작업과정 3</vt:lpstr>
      <vt:lpstr>작업과정 4</vt:lpstr>
      <vt:lpstr>작업과정 5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Pager+ 제작 기획안</dc:title>
  <dc:creator>YONSAI</dc:creator>
  <cp:lastModifiedBy>YONSAI</cp:lastModifiedBy>
  <cp:revision>16</cp:revision>
  <dcterms:created xsi:type="dcterms:W3CDTF">2025-10-31T03:16:04Z</dcterms:created>
  <dcterms:modified xsi:type="dcterms:W3CDTF">2025-11-17T08:02:14Z</dcterms:modified>
</cp:coreProperties>
</file>